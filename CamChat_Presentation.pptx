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34A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7A5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E11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D5FC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CD11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Chat</c:v>
                </c:pt>
                <c:pt idx="1">
                  <c:v>Status</c:v>
                </c:pt>
                <c:pt idx="2">
                  <c:v>Calls</c:v>
                </c:pt>
                <c:pt idx="3">
                  <c:v>Settings</c:v>
                </c:pt>
                <c:pt idx="4">
                  <c:v>Auth/Onboarding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18</c:v>
                </c:pt>
                <c:pt idx="2">
                  <c:v>16</c:v>
                </c:pt>
                <c:pt idx="3">
                  <c:v>18</c:v>
                </c:pt>
                <c:pt idx="4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D0D0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Effort</c:v>
                </c:pt>
              </c:strCache>
            </c:strRef>
          </c:tx>
          <c:spPr>
            <a:solidFill>
              <a:srgbClr val="3D5F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Messaging</c:v>
                  </c:pt>
                  <c:pt idx="1">
                    <c:v>Calls</c:v>
                  </c:pt>
                  <c:pt idx="2">
                    <c:v>Status</c:v>
                  </c:pt>
                  <c:pt idx="3">
                    <c:v>Theming</c:v>
                  </c:pt>
                  <c:pt idx="4">
                    <c:v>Backend/RLS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0D0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4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6949440" y="-1371600"/>
            <a:ext cx="7315200" cy="9601200"/>
          </a:xfrm>
          <a:prstGeom prst="chevron">
            <a:avLst/>
          </a:prstGeom>
          <a:solidFill>
            <a:srgbClr val="0A2070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297680"/>
            <a:ext cx="3840480" cy="3840480"/>
          </a:xfrm>
          <a:prstGeom prst="ellipse">
            <a:avLst/>
          </a:prstGeom>
          <a:solidFill>
            <a:srgbClr val="3D5FC4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146304" cy="1737360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828800"/>
            <a:ext cx="146304" cy="173736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1828800"/>
            <a:ext cx="146304" cy="173736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481328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WhatsApp-style messenger, built for Cameroon 🇨🇲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81328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• Status • Voice &amp; Video calls • Bilingual • Dark mode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81328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81328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· Expo · TypeScript · Firebase · Supabase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UX, rooted in local identity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 is not a clone.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takes the proven, frictionless patterns people already trust — 1-on-1 &amp; group chat, 24-hour status, voice notes, and calls — and grounds them in a distinctly Cameroonian experience.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182880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18120" y="2112264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21122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41080" y="2011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by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&amp; French — Cameroon’s official languages — switchable anytime.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324612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8120" y="3529584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352958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🇨🇲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4108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identity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41080" y="3794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Egyptian-Blue brand, +237 default, local touches in copy &amp; onboarding.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0" y="4663440"/>
            <a:ext cx="4023360" cy="128016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818120" y="4946904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494690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641080" y="4846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feel instant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41080" y="5212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Cached-first UI, optimistic navigation, offline-friendly sync.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messaging platform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2560320" cy="128016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&amp; Group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55848" y="19202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920240"/>
            <a:ext cx="2560320" cy="128016"/>
          </a:xfrm>
          <a:prstGeom prst="rect">
            <a:avLst/>
          </a:prstGeom>
          <a:solidFill>
            <a:srgbClr val="007A5E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hrs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55848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/ stories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3056" y="19202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920240"/>
            <a:ext cx="2560320" cy="128016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E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Video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63056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calling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70264" y="19202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70264" y="1920240"/>
            <a:ext cx="2560320" cy="128016"/>
          </a:xfrm>
          <a:prstGeom prst="rect">
            <a:avLst/>
          </a:prstGeom>
          <a:solidFill>
            <a:srgbClr val="3D5FC4"/>
          </a:solidFill>
          <a:ln/>
        </p:spPr>
      </p:sp>
      <p:sp>
        <p:nvSpPr>
          <p:cNvPr id="20" name="Text 18"/>
          <p:cNvSpPr/>
          <p:nvPr/>
        </p:nvSpPr>
        <p:spPr>
          <a:xfrm>
            <a:off x="8970264" y="24688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FR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70264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bilingual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media sharing, voice notes, message reactions &amp; replies, read receipts, typing indicators, QR contact sharing, push notifications, and a full dark mode.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CamChat ships with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08483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08483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1396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media, voice notes, reactions, replies, stars, delete.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208483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3D5FC4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08483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68112" y="21396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880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groups, admins, add/remove members, group info.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08483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08483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📸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44584" y="21396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5904" y="2880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&amp; media stories, 24-hr expiry, viewers, auto-advance.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23367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3D5FC4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2336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📞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91640" y="42885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calling with Agora, full-screen call UI.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5112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423367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42336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🔔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68112" y="42885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5029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for messages, calls &amp; status replies via Cloud Functions.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01584" y="39776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57616" y="4233672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3D5FC4"/>
          </a:solidFill>
          <a:ln/>
        </p:spPr>
      </p:sp>
      <p:sp>
        <p:nvSpPr>
          <p:cNvPr id="33" name="Text 31"/>
          <p:cNvSpPr/>
          <p:nvPr/>
        </p:nvSpPr>
        <p:spPr>
          <a:xfrm>
            <a:off x="8357616" y="42336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🌓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244584" y="42885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75904" y="5029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light/dark theming across every screen.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2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pragmatic hybrid backend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80560" y="178308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1034A6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9110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app · iOS &amp; Android · expo-router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856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1879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(phone) · Firestore real-time chats, groups, status · Cloud Functions for push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3657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7856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41879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buckets: avatars, chat-media, voice-notes, statuses (public RLS)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36576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12700">
            <a:solidFill>
              <a:srgbClr val="D8DE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7856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418795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voice &amp; video call infrastructure (dev build)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834640"/>
            <a:ext cx="0" cy="822960"/>
          </a:xfrm>
          <a:prstGeom prst="line">
            <a:avLst/>
          </a:prstGeom>
          <a:noFill/>
          <a:ln w="25400">
            <a:solidFill>
              <a:srgbClr val="3D5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3383280"/>
            <a:ext cx="7498080" cy="0"/>
          </a:xfrm>
          <a:prstGeom prst="line">
            <a:avLst/>
          </a:prstGeom>
          <a:noFill/>
          <a:ln w="25400">
            <a:solidFill>
              <a:srgbClr val="3D5FC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331720" y="3383280"/>
            <a:ext cx="0" cy="274320"/>
          </a:xfrm>
          <a:prstGeom prst="line">
            <a:avLst/>
          </a:prstGeom>
          <a:noFill/>
          <a:ln w="25400">
            <a:solidFill>
              <a:srgbClr val="3D5F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3383280"/>
            <a:ext cx="0" cy="274320"/>
          </a:xfrm>
          <a:prstGeom prst="line">
            <a:avLst/>
          </a:prstGeom>
          <a:noFill/>
          <a:ln w="25400">
            <a:solidFill>
              <a:srgbClr val="3D5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29800" y="3383280"/>
            <a:ext cx="0" cy="274320"/>
          </a:xfrm>
          <a:prstGeom prst="line">
            <a:avLst/>
          </a:prstGeom>
          <a:noFill/>
          <a:ln w="25400">
            <a:solidFill>
              <a:srgbClr val="3D5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&amp; presence in Firestore · Heavy media in Supabase · Calls via Agora — each tool used for what it does best.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Production-grade, type-safe foundation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1034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(Expo)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467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(strict)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502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expo-router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553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553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state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1572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1572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expo-image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25112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5112" y="182880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007A5E"/>
          </a:solidFill>
          <a:ln/>
        </p:spPr>
      </p:sp>
      <p:sp>
        <p:nvSpPr>
          <p:cNvPr id="21" name="Text 19"/>
          <p:cNvSpPr/>
          <p:nvPr/>
        </p:nvSpPr>
        <p:spPr>
          <a:xfrm>
            <a:off x="4325112" y="1828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9432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33467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9432" y="39502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Cloud Functions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4553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73752" y="4553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Storage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9432" y="51572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73752" y="51572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SDK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101584" y="182880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01584" y="182880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3D5FC4"/>
          </a:solidFill>
          <a:ln/>
        </p:spPr>
      </p:sp>
      <p:sp>
        <p:nvSpPr>
          <p:cNvPr id="34" name="Text 32"/>
          <p:cNvSpPr/>
          <p:nvPr/>
        </p:nvSpPr>
        <p:spPr>
          <a:xfrm>
            <a:off x="8101584" y="18288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75904" y="2743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50224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(EN/FR)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75904" y="33467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50224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dark mode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75904" y="39502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50224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75904" y="45537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50224" y="4553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loading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75904" y="51572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50224" y="51572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cache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 for the UI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palette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1034A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07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Blue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#1034A6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1488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0A2070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2807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2313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#0A2070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21488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3D5FC4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8072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Light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313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#3D5FC4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007A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788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Cameroon Green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#007A5E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80360" y="35204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CE1126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41788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Cameroon 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3685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#CE1126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52044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CD116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41788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Cameroon Yellow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3685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#FCD116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0" y="2148840"/>
            <a:ext cx="38404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0100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not hardcodes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— 4 weights, fixed scale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01000" y="34015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0" y="34015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 → xxxl consistent rhythm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0" y="39684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0" y="39684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 / md / lg / full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01000" y="45354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45354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&amp; dark palettes share keys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01000" y="5102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26880" y="51023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string via t()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2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theming across every screen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63040" y="1920240"/>
            <a:ext cx="3291840" cy="4023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8D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920240"/>
            <a:ext cx="3291840" cy="6400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28346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0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35661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0F2FF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42976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0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5029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0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1920240"/>
            <a:ext cx="3291840" cy="4023360"/>
          </a:xfrm>
          <a:prstGeom prst="roundRect">
            <a:avLst>
              <a:gd name="adj" fmla="val 5556"/>
            </a:avLst>
          </a:prstGeom>
          <a:solidFill>
            <a:srgbClr val="121218"/>
          </a:solidFill>
          <a:ln w="19050">
            <a:solidFill>
              <a:srgbClr val="2E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920240"/>
            <a:ext cx="3291840" cy="640080"/>
          </a:xfrm>
          <a:prstGeom prst="rect">
            <a:avLst/>
          </a:prstGeom>
          <a:solidFill>
            <a:srgbClr val="5B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28346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6262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35661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6262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42976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6262F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0" y="5029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6262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23560" y="3657600"/>
            <a:ext cx="914400" cy="914400"/>
          </a:xfrm>
          <a:prstGeom prst="ellipse">
            <a:avLst/>
          </a:prstGeom>
          <a:solidFill>
            <a:srgbClr val="FCD116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657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070"/>
                </a:solidFill>
              </a:rPr>
              <a:t>⟳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63040" y="612648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useColors() hook swaps a shared palette at runtime — one toggle re-themes the whole app.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problems, solved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🛡️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37360" y="2057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RLS, debugged to root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26060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Traced an opaque "schema is invalid" error to a recursive RLS policy &amp; restrictive templates — fixed with SECURITY DEFINER + clean policies.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37744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007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3774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60920" y="2057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cut from ~30s → ~1s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26060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Parallelized Firestore contact lookups and added a persistent participant cache so chats open instantly.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4805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034A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805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37360" y="4160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App-wide dark mode rollout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3736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~40 screens/components to a runtime theme — verified with a scripted, batch-committed conversion.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93192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448056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007A5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48056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🧩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60920" y="4160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 for each job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60920" y="4709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for live data, Supabase for media, Agora for calls — a clean hybrid that scales.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A20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build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phases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55848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&amp; components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63056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(EN/FR)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70264" y="18288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8970264" y="1965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970264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buckets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composition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84048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40080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focus (relative effort)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6400800" y="3840480"/>
          <a:ext cx="52120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034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25880"/>
            <a:ext cx="12191695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CamChat goes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411480" cy="411480"/>
          </a:xfrm>
          <a:prstGeom prst="ellipse">
            <a:avLst/>
          </a:prstGeom>
          <a:solidFill>
            <a:srgbClr val="007A5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560320"/>
            <a:ext cx="0" cy="1005840"/>
          </a:xfrm>
          <a:prstGeom prst="line">
            <a:avLst/>
          </a:prstGeom>
          <a:noFill/>
          <a:ln w="25400">
            <a:solidFill>
              <a:srgbClr val="D8DE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920240"/>
            <a:ext cx="9966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21031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2121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groups, status, calls, dark mode, bilingual UI, push.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411480" cy="411480"/>
          </a:xfrm>
          <a:prstGeom prst="ellipse">
            <a:avLst/>
          </a:prstGeom>
          <a:solidFill>
            <a:srgbClr val="1034A6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" y="3977640"/>
            <a:ext cx="0" cy="1005840"/>
          </a:xfrm>
          <a:prstGeom prst="line">
            <a:avLst/>
          </a:prstGeom>
          <a:noFill/>
          <a:ln w="25400">
            <a:solidFill>
              <a:srgbClr val="D8DE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337560"/>
            <a:ext cx="9966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3520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3538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3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System-theme option, message search, richer status replies.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983480"/>
            <a:ext cx="411480" cy="411480"/>
          </a:xfrm>
          <a:prstGeom prst="ellipse">
            <a:avLst/>
          </a:prstGeom>
          <a:solidFill>
            <a:srgbClr val="3D5FC4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4754880"/>
            <a:ext cx="9966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5E9F5"/>
            </a:solidFill>
            <a:prstDash val="solid"/>
          </a:ln>
          <a:effectLst>
            <a:outerShdw sx="100000" sy="100000" kx="0" ky="0" algn="bl" rotWithShape="0" blurRad="76200" dist="25400" dir="5400000">
              <a:srgbClr val="B9C2DA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9377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83280" y="4956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5303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encryption, communities, payments (+237), web client.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4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-2743200" y="-1371600"/>
            <a:ext cx="7315200" cy="9601200"/>
          </a:xfrm>
          <a:prstGeom prst="chevron">
            <a:avLst/>
          </a:prstGeom>
          <a:solidFill>
            <a:srgbClr val="0A2070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3D5FC4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6012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CamChat — chat like you’re home. 🇨🇲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4297680"/>
            <a:ext cx="2011680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 Native · Expo · TypeScript · Firebase · Supabase · Agora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CamChat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CamChat — Product &amp; Engineering Overview</dc:title>
  <dc:subject>PptxGenJS Presentation</dc:subject>
  <dc:creator>CamChat</dc:creator>
  <cp:lastModifiedBy>CamChat</cp:lastModifiedBy>
  <cp:revision>1</cp:revision>
  <dcterms:created xsi:type="dcterms:W3CDTF">2026-06-03T14:30:56Z</dcterms:created>
  <dcterms:modified xsi:type="dcterms:W3CDTF">2026-06-03T14:30:56Z</dcterms:modified>
</cp:coreProperties>
</file>